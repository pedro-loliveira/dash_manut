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ABBA45-CCEF-4D64-89D1-40E882C31AE7}" v="16" dt="2026-10-07T12:18:15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Lucas de Oliveira" userId="decf2ebc-4f1b-4875-9cd3-eb66623e709f" providerId="ADAL" clId="{D4888E3A-4B92-457B-A42D-5FC11DBDCBA1}"/>
    <pc:docChg chg="undo custSel addSld modSld sldOrd">
      <pc:chgData name="Pedro Lucas de Oliveira" userId="decf2ebc-4f1b-4875-9cd3-eb66623e709f" providerId="ADAL" clId="{D4888E3A-4B92-457B-A42D-5FC11DBDCBA1}" dt="2026-10-07T12:48:39.702" v="288" actId="1036"/>
      <pc:docMkLst>
        <pc:docMk/>
      </pc:docMkLst>
      <pc:sldChg chg="addSp delSp modSp new mod">
        <pc:chgData name="Pedro Lucas de Oliveira" userId="decf2ebc-4f1b-4875-9cd3-eb66623e709f" providerId="ADAL" clId="{D4888E3A-4B92-457B-A42D-5FC11DBDCBA1}" dt="2026-10-07T12:21:16.520" v="186" actId="255"/>
        <pc:sldMkLst>
          <pc:docMk/>
          <pc:sldMk cId="4194576575" sldId="256"/>
        </pc:sldMkLst>
        <pc:spChg chg="del">
          <ac:chgData name="Pedro Lucas de Oliveira" userId="decf2ebc-4f1b-4875-9cd3-eb66623e709f" providerId="ADAL" clId="{D4888E3A-4B92-457B-A42D-5FC11DBDCBA1}" dt="2026-10-07T10:21:43.935" v="1" actId="478"/>
          <ac:spMkLst>
            <pc:docMk/>
            <pc:sldMk cId="4194576575" sldId="256"/>
            <ac:spMk id="2" creationId="{DE4199BF-9661-ED64-B269-A0728721888E}"/>
          </ac:spMkLst>
        </pc:spChg>
        <pc:spChg chg="del">
          <ac:chgData name="Pedro Lucas de Oliveira" userId="decf2ebc-4f1b-4875-9cd3-eb66623e709f" providerId="ADAL" clId="{D4888E3A-4B92-457B-A42D-5FC11DBDCBA1}" dt="2026-10-07T10:21:43.935" v="1" actId="478"/>
          <ac:spMkLst>
            <pc:docMk/>
            <pc:sldMk cId="4194576575" sldId="256"/>
            <ac:spMk id="3" creationId="{B069F45E-E7C5-A74C-065A-456E7F7638E0}"/>
          </ac:spMkLst>
        </pc:spChg>
        <pc:spChg chg="add del mod">
          <ac:chgData name="Pedro Lucas de Oliveira" userId="decf2ebc-4f1b-4875-9cd3-eb66623e709f" providerId="ADAL" clId="{D4888E3A-4B92-457B-A42D-5FC11DBDCBA1}" dt="2026-10-07T11:20:58.034" v="54" actId="478"/>
          <ac:spMkLst>
            <pc:docMk/>
            <pc:sldMk cId="4194576575" sldId="256"/>
            <ac:spMk id="4" creationId="{7C20885A-058A-8C10-6381-A9D262028DC0}"/>
          </ac:spMkLst>
        </pc:spChg>
        <pc:spChg chg="add del mod ord">
          <ac:chgData name="Pedro Lucas de Oliveira" userId="decf2ebc-4f1b-4875-9cd3-eb66623e709f" providerId="ADAL" clId="{D4888E3A-4B92-457B-A42D-5FC11DBDCBA1}" dt="2026-10-07T11:20:58.690" v="55" actId="478"/>
          <ac:spMkLst>
            <pc:docMk/>
            <pc:sldMk cId="4194576575" sldId="256"/>
            <ac:spMk id="5" creationId="{381817F4-59C1-0992-DFA2-FE08A2317E81}"/>
          </ac:spMkLst>
        </pc:spChg>
        <pc:spChg chg="add del mod">
          <ac:chgData name="Pedro Lucas de Oliveira" userId="decf2ebc-4f1b-4875-9cd3-eb66623e709f" providerId="ADAL" clId="{D4888E3A-4B92-457B-A42D-5FC11DBDCBA1}" dt="2026-10-07T11:20:33.448" v="44" actId="1076"/>
          <ac:spMkLst>
            <pc:docMk/>
            <pc:sldMk cId="4194576575" sldId="256"/>
            <ac:spMk id="7" creationId="{3D17C715-5360-99D2-37EA-5F107039E93A}"/>
          </ac:spMkLst>
        </pc:spChg>
        <pc:spChg chg="mod">
          <ac:chgData name="Pedro Lucas de Oliveira" userId="decf2ebc-4f1b-4875-9cd3-eb66623e709f" providerId="ADAL" clId="{D4888E3A-4B92-457B-A42D-5FC11DBDCBA1}" dt="2026-10-07T10:24:48.828" v="32"/>
          <ac:spMkLst>
            <pc:docMk/>
            <pc:sldMk cId="4194576575" sldId="256"/>
            <ac:spMk id="8" creationId="{64674828-AD65-1CAA-D1D1-B2064CFB42E2}"/>
          </ac:spMkLst>
        </pc:spChg>
        <pc:spChg chg="add del mod">
          <ac:chgData name="Pedro Lucas de Oliveira" userId="decf2ebc-4f1b-4875-9cd3-eb66623e709f" providerId="ADAL" clId="{D4888E3A-4B92-457B-A42D-5FC11DBDCBA1}" dt="2026-10-07T10:26:04.408" v="40"/>
          <ac:spMkLst>
            <pc:docMk/>
            <pc:sldMk cId="4194576575" sldId="256"/>
            <ac:spMk id="9" creationId="{6B1A7814-A14F-D039-D00A-C46DB4BDF5FA}"/>
          </ac:spMkLst>
        </pc:spChg>
        <pc:spChg chg="mod">
          <ac:chgData name="Pedro Lucas de Oliveira" userId="decf2ebc-4f1b-4875-9cd3-eb66623e709f" providerId="ADAL" clId="{D4888E3A-4B92-457B-A42D-5FC11DBDCBA1}" dt="2026-10-07T10:26:04.036" v="39"/>
          <ac:spMkLst>
            <pc:docMk/>
            <pc:sldMk cId="4194576575" sldId="256"/>
            <ac:spMk id="10" creationId="{FE9C4202-E2EB-D6CD-2B45-3693B9DD4919}"/>
          </ac:spMkLst>
        </pc:spChg>
        <pc:spChg chg="add mod">
          <ac:chgData name="Pedro Lucas de Oliveira" userId="decf2ebc-4f1b-4875-9cd3-eb66623e709f" providerId="ADAL" clId="{D4888E3A-4B92-457B-A42D-5FC11DBDCBA1}" dt="2026-10-07T11:26:59.647" v="135" actId="1076"/>
          <ac:spMkLst>
            <pc:docMk/>
            <pc:sldMk cId="4194576575" sldId="256"/>
            <ac:spMk id="12" creationId="{E3C453C3-54AE-384C-7067-5CDDD72A2EB2}"/>
          </ac:spMkLst>
        </pc:spChg>
        <pc:spChg chg="add mod">
          <ac:chgData name="Pedro Lucas de Oliveira" userId="decf2ebc-4f1b-4875-9cd3-eb66623e709f" providerId="ADAL" clId="{D4888E3A-4B92-457B-A42D-5FC11DBDCBA1}" dt="2026-10-07T12:17:56.973" v="163" actId="1076"/>
          <ac:spMkLst>
            <pc:docMk/>
            <pc:sldMk cId="4194576575" sldId="256"/>
            <ac:spMk id="13" creationId="{FFEF4867-5208-7620-F255-561199302868}"/>
          </ac:spMkLst>
        </pc:spChg>
        <pc:spChg chg="add del">
          <ac:chgData name="Pedro Lucas de Oliveira" userId="decf2ebc-4f1b-4875-9cd3-eb66623e709f" providerId="ADAL" clId="{D4888E3A-4B92-457B-A42D-5FC11DBDCBA1}" dt="2026-10-07T11:21:18.646" v="58" actId="22"/>
          <ac:spMkLst>
            <pc:docMk/>
            <pc:sldMk cId="4194576575" sldId="256"/>
            <ac:spMk id="15" creationId="{1338E3E5-3637-D718-67A0-566ED541FDC6}"/>
          </ac:spMkLst>
        </pc:spChg>
        <pc:spChg chg="add del mod">
          <ac:chgData name="Pedro Lucas de Oliveira" userId="decf2ebc-4f1b-4875-9cd3-eb66623e709f" providerId="ADAL" clId="{D4888E3A-4B92-457B-A42D-5FC11DBDCBA1}" dt="2026-10-07T11:21:45.051" v="70" actId="478"/>
          <ac:spMkLst>
            <pc:docMk/>
            <pc:sldMk cId="4194576575" sldId="256"/>
            <ac:spMk id="17" creationId="{70D68E36-5209-F9D5-A781-0C3D12418C90}"/>
          </ac:spMkLst>
        </pc:spChg>
        <pc:spChg chg="add mod">
          <ac:chgData name="Pedro Lucas de Oliveira" userId="decf2ebc-4f1b-4875-9cd3-eb66623e709f" providerId="ADAL" clId="{D4888E3A-4B92-457B-A42D-5FC11DBDCBA1}" dt="2026-10-07T12:21:16.520" v="186" actId="255"/>
          <ac:spMkLst>
            <pc:docMk/>
            <pc:sldMk cId="4194576575" sldId="256"/>
            <ac:spMk id="18" creationId="{FF9A5D48-2216-0EA5-5E5A-857CA4914804}"/>
          </ac:spMkLst>
        </pc:spChg>
        <pc:spChg chg="add mod">
          <ac:chgData name="Pedro Lucas de Oliveira" userId="decf2ebc-4f1b-4875-9cd3-eb66623e709f" providerId="ADAL" clId="{D4888E3A-4B92-457B-A42D-5FC11DBDCBA1}" dt="2026-10-07T12:17:47.383" v="144" actId="255"/>
          <ac:spMkLst>
            <pc:docMk/>
            <pc:sldMk cId="4194576575" sldId="256"/>
            <ac:spMk id="20" creationId="{67A6446F-D4FF-CA95-D5FA-100EA39C8C11}"/>
          </ac:spMkLst>
        </pc:spChg>
        <pc:spChg chg="add mod">
          <ac:chgData name="Pedro Lucas de Oliveira" userId="decf2ebc-4f1b-4875-9cd3-eb66623e709f" providerId="ADAL" clId="{D4888E3A-4B92-457B-A42D-5FC11DBDCBA1}" dt="2026-10-07T12:17:47.383" v="144" actId="255"/>
          <ac:spMkLst>
            <pc:docMk/>
            <pc:sldMk cId="4194576575" sldId="256"/>
            <ac:spMk id="22" creationId="{2DC4D2D8-BF96-8AC3-2353-F0E7E00097FC}"/>
          </ac:spMkLst>
        </pc:spChg>
        <pc:spChg chg="add mod">
          <ac:chgData name="Pedro Lucas de Oliveira" userId="decf2ebc-4f1b-4875-9cd3-eb66623e709f" providerId="ADAL" clId="{D4888E3A-4B92-457B-A42D-5FC11DBDCBA1}" dt="2026-10-07T12:17:47.383" v="144" actId="255"/>
          <ac:spMkLst>
            <pc:docMk/>
            <pc:sldMk cId="4194576575" sldId="256"/>
            <ac:spMk id="24" creationId="{4DE83598-E174-F7A1-7A1E-183E29825789}"/>
          </ac:spMkLst>
        </pc:spChg>
        <pc:spChg chg="add mod">
          <ac:chgData name="Pedro Lucas de Oliveira" userId="decf2ebc-4f1b-4875-9cd3-eb66623e709f" providerId="ADAL" clId="{D4888E3A-4B92-457B-A42D-5FC11DBDCBA1}" dt="2026-10-07T12:17:47.383" v="144" actId="255"/>
          <ac:spMkLst>
            <pc:docMk/>
            <pc:sldMk cId="4194576575" sldId="256"/>
            <ac:spMk id="26" creationId="{6AC51B72-6604-7B83-A491-4FD8ECCBCFE8}"/>
          </ac:spMkLst>
        </pc:spChg>
        <pc:spChg chg="add mod">
          <ac:chgData name="Pedro Lucas de Oliveira" userId="decf2ebc-4f1b-4875-9cd3-eb66623e709f" providerId="ADAL" clId="{D4888E3A-4B92-457B-A42D-5FC11DBDCBA1}" dt="2026-10-07T12:17:47.383" v="144" actId="255"/>
          <ac:spMkLst>
            <pc:docMk/>
            <pc:sldMk cId="4194576575" sldId="256"/>
            <ac:spMk id="28" creationId="{218E9A95-16BD-0EF2-C95A-4F5ADF90EED2}"/>
          </ac:spMkLst>
        </pc:spChg>
        <pc:spChg chg="add mod">
          <ac:chgData name="Pedro Lucas de Oliveira" userId="decf2ebc-4f1b-4875-9cd3-eb66623e709f" providerId="ADAL" clId="{D4888E3A-4B92-457B-A42D-5FC11DBDCBA1}" dt="2026-10-07T12:17:47.383" v="144" actId="255"/>
          <ac:spMkLst>
            <pc:docMk/>
            <pc:sldMk cId="4194576575" sldId="256"/>
            <ac:spMk id="30" creationId="{9722F687-061D-DC34-65C4-3634955C6E05}"/>
          </ac:spMkLst>
        </pc:spChg>
        <pc:grpChg chg="add mod">
          <ac:chgData name="Pedro Lucas de Oliveira" userId="decf2ebc-4f1b-4875-9cd3-eb66623e709f" providerId="ADAL" clId="{D4888E3A-4B92-457B-A42D-5FC11DBDCBA1}" dt="2026-10-07T12:17:52.889" v="161" actId="1035"/>
          <ac:grpSpMkLst>
            <pc:docMk/>
            <pc:sldMk cId="4194576575" sldId="256"/>
            <ac:grpSpMk id="31" creationId="{2E20F013-6D8A-ED2F-255D-6650CED07812}"/>
          </ac:grpSpMkLst>
        </pc:grpChg>
      </pc:sldChg>
      <pc:sldChg chg="modSp add mod">
        <pc:chgData name="Pedro Lucas de Oliveira" userId="decf2ebc-4f1b-4875-9cd3-eb66623e709f" providerId="ADAL" clId="{D4888E3A-4B92-457B-A42D-5FC11DBDCBA1}" dt="2026-10-07T12:23:11.666" v="286" actId="1035"/>
        <pc:sldMkLst>
          <pc:docMk/>
          <pc:sldMk cId="2408646290" sldId="257"/>
        </pc:sldMkLst>
        <pc:spChg chg="mod">
          <ac:chgData name="Pedro Lucas de Oliveira" userId="decf2ebc-4f1b-4875-9cd3-eb66623e709f" providerId="ADAL" clId="{D4888E3A-4B92-457B-A42D-5FC11DBDCBA1}" dt="2026-10-07T12:18:36.079" v="178" actId="1036"/>
          <ac:spMkLst>
            <pc:docMk/>
            <pc:sldMk cId="2408646290" sldId="257"/>
            <ac:spMk id="13" creationId="{D4A3E654-4F5A-42F2-4944-68CED224A1F7}"/>
          </ac:spMkLst>
        </pc:spChg>
        <pc:spChg chg="mod">
          <ac:chgData name="Pedro Lucas de Oliveira" userId="decf2ebc-4f1b-4875-9cd3-eb66623e709f" providerId="ADAL" clId="{D4888E3A-4B92-457B-A42D-5FC11DBDCBA1}" dt="2026-10-07T12:23:11.666" v="286" actId="1035"/>
          <ac:spMkLst>
            <pc:docMk/>
            <pc:sldMk cId="2408646290" sldId="257"/>
            <ac:spMk id="20" creationId="{073C550C-0A2A-5867-AD22-D1C818781ECA}"/>
          </ac:spMkLst>
        </pc:spChg>
      </pc:sldChg>
      <pc:sldChg chg="modSp add mod">
        <pc:chgData name="Pedro Lucas de Oliveira" userId="decf2ebc-4f1b-4875-9cd3-eb66623e709f" providerId="ADAL" clId="{D4888E3A-4B92-457B-A42D-5FC11DBDCBA1}" dt="2026-10-07T12:22:00.190" v="214" actId="1036"/>
        <pc:sldMkLst>
          <pc:docMk/>
          <pc:sldMk cId="2664784236" sldId="258"/>
        </pc:sldMkLst>
        <pc:spChg chg="mod">
          <ac:chgData name="Pedro Lucas de Oliveira" userId="decf2ebc-4f1b-4875-9cd3-eb66623e709f" providerId="ADAL" clId="{D4888E3A-4B92-457B-A42D-5FC11DBDCBA1}" dt="2026-10-07T12:18:41.764" v="179" actId="1076"/>
          <ac:spMkLst>
            <pc:docMk/>
            <pc:sldMk cId="2664784236" sldId="258"/>
            <ac:spMk id="13" creationId="{448D7D46-64B3-0602-35BC-349377201AB3}"/>
          </ac:spMkLst>
        </pc:spChg>
        <pc:spChg chg="mod">
          <ac:chgData name="Pedro Lucas de Oliveira" userId="decf2ebc-4f1b-4875-9cd3-eb66623e709f" providerId="ADAL" clId="{D4888E3A-4B92-457B-A42D-5FC11DBDCBA1}" dt="2026-10-07T12:22:00.190" v="214" actId="1036"/>
          <ac:spMkLst>
            <pc:docMk/>
            <pc:sldMk cId="2664784236" sldId="258"/>
            <ac:spMk id="22" creationId="{32D4BC75-FB30-74E7-43EB-5BDC71E2F098}"/>
          </ac:spMkLst>
        </pc:spChg>
      </pc:sldChg>
      <pc:sldChg chg="modSp add mod">
        <pc:chgData name="Pedro Lucas de Oliveira" userId="decf2ebc-4f1b-4875-9cd3-eb66623e709f" providerId="ADAL" clId="{D4888E3A-4B92-457B-A42D-5FC11DBDCBA1}" dt="2026-10-07T12:22:20.875" v="233" actId="1036"/>
        <pc:sldMkLst>
          <pc:docMk/>
          <pc:sldMk cId="77382700" sldId="259"/>
        </pc:sldMkLst>
        <pc:spChg chg="mod">
          <ac:chgData name="Pedro Lucas de Oliveira" userId="decf2ebc-4f1b-4875-9cd3-eb66623e709f" providerId="ADAL" clId="{D4888E3A-4B92-457B-A42D-5FC11DBDCBA1}" dt="2026-10-07T12:18:47.549" v="180" actId="1076"/>
          <ac:spMkLst>
            <pc:docMk/>
            <pc:sldMk cId="77382700" sldId="259"/>
            <ac:spMk id="13" creationId="{A67205FA-D77F-6FE8-896F-A53052B30325}"/>
          </ac:spMkLst>
        </pc:spChg>
        <pc:spChg chg="mod">
          <ac:chgData name="Pedro Lucas de Oliveira" userId="decf2ebc-4f1b-4875-9cd3-eb66623e709f" providerId="ADAL" clId="{D4888E3A-4B92-457B-A42D-5FC11DBDCBA1}" dt="2026-10-07T12:22:20.875" v="233" actId="1036"/>
          <ac:spMkLst>
            <pc:docMk/>
            <pc:sldMk cId="77382700" sldId="259"/>
            <ac:spMk id="24" creationId="{BBCCAD5C-F3B2-9997-C389-C75B4FC6A53C}"/>
          </ac:spMkLst>
        </pc:spChg>
      </pc:sldChg>
      <pc:sldChg chg="modSp add mod">
        <pc:chgData name="Pedro Lucas de Oliveira" userId="decf2ebc-4f1b-4875-9cd3-eb66623e709f" providerId="ADAL" clId="{D4888E3A-4B92-457B-A42D-5FC11DBDCBA1}" dt="2026-10-07T12:22:35.690" v="251" actId="1036"/>
        <pc:sldMkLst>
          <pc:docMk/>
          <pc:sldMk cId="3409955153" sldId="260"/>
        </pc:sldMkLst>
        <pc:spChg chg="mod">
          <ac:chgData name="Pedro Lucas de Oliveira" userId="decf2ebc-4f1b-4875-9cd3-eb66623e709f" providerId="ADAL" clId="{D4888E3A-4B92-457B-A42D-5FC11DBDCBA1}" dt="2026-10-07T12:18:54.136" v="181" actId="1076"/>
          <ac:spMkLst>
            <pc:docMk/>
            <pc:sldMk cId="3409955153" sldId="260"/>
            <ac:spMk id="13" creationId="{BAFB8DB0-B647-A1E9-C291-F2CC3C8F2355}"/>
          </ac:spMkLst>
        </pc:spChg>
        <pc:spChg chg="mod">
          <ac:chgData name="Pedro Lucas de Oliveira" userId="decf2ebc-4f1b-4875-9cd3-eb66623e709f" providerId="ADAL" clId="{D4888E3A-4B92-457B-A42D-5FC11DBDCBA1}" dt="2026-10-07T12:22:35.690" v="251" actId="1036"/>
          <ac:spMkLst>
            <pc:docMk/>
            <pc:sldMk cId="3409955153" sldId="260"/>
            <ac:spMk id="26" creationId="{F7FC7092-FFCE-18A4-7E1D-745C7E3B5459}"/>
          </ac:spMkLst>
        </pc:spChg>
      </pc:sldChg>
      <pc:sldChg chg="modSp add mod">
        <pc:chgData name="Pedro Lucas de Oliveira" userId="decf2ebc-4f1b-4875-9cd3-eb66623e709f" providerId="ADAL" clId="{D4888E3A-4B92-457B-A42D-5FC11DBDCBA1}" dt="2026-10-07T12:22:47.963" v="268" actId="1036"/>
        <pc:sldMkLst>
          <pc:docMk/>
          <pc:sldMk cId="2970371535" sldId="261"/>
        </pc:sldMkLst>
        <pc:spChg chg="mod">
          <ac:chgData name="Pedro Lucas de Oliveira" userId="decf2ebc-4f1b-4875-9cd3-eb66623e709f" providerId="ADAL" clId="{D4888E3A-4B92-457B-A42D-5FC11DBDCBA1}" dt="2026-10-07T12:18:59.669" v="182" actId="1076"/>
          <ac:spMkLst>
            <pc:docMk/>
            <pc:sldMk cId="2970371535" sldId="261"/>
            <ac:spMk id="13" creationId="{E082C072-75EC-10F7-B2E1-F380E8E74F1B}"/>
          </ac:spMkLst>
        </pc:spChg>
        <pc:spChg chg="mod">
          <ac:chgData name="Pedro Lucas de Oliveira" userId="decf2ebc-4f1b-4875-9cd3-eb66623e709f" providerId="ADAL" clId="{D4888E3A-4B92-457B-A42D-5FC11DBDCBA1}" dt="2026-10-07T12:22:47.963" v="268" actId="1036"/>
          <ac:spMkLst>
            <pc:docMk/>
            <pc:sldMk cId="2970371535" sldId="261"/>
            <ac:spMk id="28" creationId="{C63A3AE2-C2B2-12A2-04ED-714909252AAC}"/>
          </ac:spMkLst>
        </pc:spChg>
      </pc:sldChg>
      <pc:sldChg chg="modSp add mod">
        <pc:chgData name="Pedro Lucas de Oliveira" userId="decf2ebc-4f1b-4875-9cd3-eb66623e709f" providerId="ADAL" clId="{D4888E3A-4B92-457B-A42D-5FC11DBDCBA1}" dt="2026-10-07T12:48:39.702" v="288" actId="1036"/>
        <pc:sldMkLst>
          <pc:docMk/>
          <pc:sldMk cId="1410798149" sldId="262"/>
        </pc:sldMkLst>
        <pc:spChg chg="mod">
          <ac:chgData name="Pedro Lucas de Oliveira" userId="decf2ebc-4f1b-4875-9cd3-eb66623e709f" providerId="ADAL" clId="{D4888E3A-4B92-457B-A42D-5FC11DBDCBA1}" dt="2026-10-07T12:19:04.153" v="183" actId="1076"/>
          <ac:spMkLst>
            <pc:docMk/>
            <pc:sldMk cId="1410798149" sldId="262"/>
            <ac:spMk id="13" creationId="{2ED196AF-7EC8-AD71-4825-F8D164CACA35}"/>
          </ac:spMkLst>
        </pc:spChg>
        <pc:spChg chg="mod">
          <ac:chgData name="Pedro Lucas de Oliveira" userId="decf2ebc-4f1b-4875-9cd3-eb66623e709f" providerId="ADAL" clId="{D4888E3A-4B92-457B-A42D-5FC11DBDCBA1}" dt="2026-10-07T12:48:39.702" v="288" actId="1036"/>
          <ac:spMkLst>
            <pc:docMk/>
            <pc:sldMk cId="1410798149" sldId="262"/>
            <ac:spMk id="30" creationId="{B9B01388-1C4C-F311-BA40-8CC65FA37466}"/>
          </ac:spMkLst>
        </pc:spChg>
      </pc:sldChg>
      <pc:sldChg chg="delSp add mod ord">
        <pc:chgData name="Pedro Lucas de Oliveira" userId="decf2ebc-4f1b-4875-9cd3-eb66623e709f" providerId="ADAL" clId="{D4888E3A-4B92-457B-A42D-5FC11DBDCBA1}" dt="2026-10-07T12:18:23.028" v="175" actId="478"/>
        <pc:sldMkLst>
          <pc:docMk/>
          <pc:sldMk cId="1320257915" sldId="263"/>
        </pc:sldMkLst>
        <pc:spChg chg="del">
          <ac:chgData name="Pedro Lucas de Oliveira" userId="decf2ebc-4f1b-4875-9cd3-eb66623e709f" providerId="ADAL" clId="{D4888E3A-4B92-457B-A42D-5FC11DBDCBA1}" dt="2026-10-07T12:18:22.189" v="174" actId="478"/>
          <ac:spMkLst>
            <pc:docMk/>
            <pc:sldMk cId="1320257915" sldId="263"/>
            <ac:spMk id="12" creationId="{5CD81D46-22B6-8D50-23DD-238E1163291A}"/>
          </ac:spMkLst>
        </pc:spChg>
        <pc:spChg chg="del">
          <ac:chgData name="Pedro Lucas de Oliveira" userId="decf2ebc-4f1b-4875-9cd3-eb66623e709f" providerId="ADAL" clId="{D4888E3A-4B92-457B-A42D-5FC11DBDCBA1}" dt="2026-10-07T12:18:23.028" v="175" actId="478"/>
          <ac:spMkLst>
            <pc:docMk/>
            <pc:sldMk cId="1320257915" sldId="263"/>
            <ac:spMk id="13" creationId="{B2A34AAA-4148-F466-95AF-8813961B703E}"/>
          </ac:spMkLst>
        </pc:spChg>
        <pc:grpChg chg="del">
          <ac:chgData name="Pedro Lucas de Oliveira" userId="decf2ebc-4f1b-4875-9cd3-eb66623e709f" providerId="ADAL" clId="{D4888E3A-4B92-457B-A42D-5FC11DBDCBA1}" dt="2026-10-07T12:18:21.539" v="173" actId="478"/>
          <ac:grpSpMkLst>
            <pc:docMk/>
            <pc:sldMk cId="1320257915" sldId="263"/>
            <ac:grpSpMk id="31" creationId="{D0A39FE5-6D2B-F6DA-6AFC-54051E56B9DD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CEF9A-7440-9A4A-9070-FEFAC5928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DB1179-5A4D-AB72-C2EE-8959D0D29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BB9DD6-020B-5635-110B-F3C160C3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E50D4D-442D-90A5-C451-556266B2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3CF98F-0FD3-6127-ADEA-8AEEB577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92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FF9BE-8D4A-0873-A022-5C292005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A4F2DA-F9AE-D1A4-5817-CBAA837CF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83FD2F-AE0F-F6CA-C258-EC3CD2BF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E89D13-7650-1D82-B292-5AB7D048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85BA23-565E-B6AA-22A2-00569872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60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69B1F-80DA-F3EE-17DF-6977EB92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EA68A7-80E0-A0E1-A5D3-71B9E377E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810F41-ACFD-F78F-B9EF-23D3BC46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244204-2A14-CD63-9DE5-331AAEC4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2DF14B-A85B-8A39-057B-010395F5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664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50DDD-1163-6F98-03F3-83D7854E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D85818-B97B-D18C-C87C-F491449CC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DF3B2E-FE76-8919-7ADC-0E4DFCCEA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A654A0-3B8F-B385-5291-D8304EFB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367403-9EF3-AD5C-492E-4B3D81C1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CA0ABF-60CA-9AB0-4ED5-E1C6D9E7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12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301CF-48D4-D77F-25BB-9881FD63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A20721-F389-3711-C6E1-6CEE57D29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58CCF1-F08D-0134-8EF6-504ED8973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0B0356-74B8-925A-581C-5A1DBED24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70856B8-C12C-DD03-405F-B0D39E496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89F584-0134-3713-C6DC-B6189D86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AD12D38-D43E-B5CD-FD11-BE3B55B2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27DC60A-20AE-A56B-344D-0335E368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35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77312-4C55-D46C-4A23-4F9A7D00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6B18C0-B040-953E-0FC5-847A4DFDF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29458B-8812-1025-D493-5F6BC29E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02BDA3-825A-15EC-3FAB-CB818D5A2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61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B5DC0B-5FC3-0D26-58E4-F8B7AFB6D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9F5555-2D70-5F8A-1A3D-54CEB8F4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BACA3B-F1B5-3275-C1DD-95B5198B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092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52DB2-03AE-9945-2D95-BE336F1A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08B865-C02F-1240-6FBF-F32F9C2FD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B4A0FF-FCA8-D74F-71A3-4189B3B5B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278578-954C-5AD5-B0B1-4A0127FD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4D0D50-3DE4-5A72-04A6-2512C9D29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B4614C-F5BD-426E-B758-5C17B9A2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98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FF6AA-6191-066A-5B38-4F39EB658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3D1B43-FC0B-9B54-00ED-C68844AEA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927F3B-B948-05EE-4BD7-2A91AB5DE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01B9B3-0A96-71BA-F3EF-F0CE115C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BAA2A3-B3F9-626A-1D16-93253689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650CF9-C07F-6645-BD8D-44032258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29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A181A-CBE5-115F-8017-8D248389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A6E6A5-3A12-91CF-0E80-2D872A557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0186D3-C160-CAC5-F439-D0901859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AE6481-5DD1-1AC5-041D-EBE7C9DE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0176C7-D6F5-B9DD-8746-5018F730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214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7C4ECF-D72C-F0E4-771B-74427F0D8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89F90D-61AB-EA0F-E373-8BA119653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700085-DD58-C285-8740-FB0EC0D1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F3C10D-EC2F-C21E-B754-69CC705D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33C515-E4C2-2F7C-35C7-75F3BF04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94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39ED648-E40E-8B79-7338-B82D9F6C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189D81-AC87-6E83-D87D-F832A6907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7CA4DE-B711-93A6-A53B-E2F7B0808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6A412-00A9-4622-BC04-59D35E8F88B8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2E6F-AF5A-6C27-0743-10EE970C2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ED25FB-DDAB-67B0-236B-93CE69058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B12D9-B291-4D85-A9F0-7297F97200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5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AA053-933A-1843-49F0-AFBB52A51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45335D0-1AD4-0319-C3DF-9FB70FBD0992}"/>
              </a:ext>
            </a:extLst>
          </p:cNvPr>
          <p:cNvSpPr/>
          <p:nvPr/>
        </p:nvSpPr>
        <p:spPr>
          <a:xfrm>
            <a:off x="0" y="0"/>
            <a:ext cx="12192000" cy="775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257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D17C715-5360-99D2-37EA-5F107039E93A}"/>
              </a:ext>
            </a:extLst>
          </p:cNvPr>
          <p:cNvSpPr/>
          <p:nvPr/>
        </p:nvSpPr>
        <p:spPr>
          <a:xfrm>
            <a:off x="0" y="0"/>
            <a:ext cx="12192000" cy="775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3C453C3-54AE-384C-7067-5CDDD72A2EB2}"/>
              </a:ext>
            </a:extLst>
          </p:cNvPr>
          <p:cNvSpPr/>
          <p:nvPr/>
        </p:nvSpPr>
        <p:spPr>
          <a:xfrm rot="5400000">
            <a:off x="-3211286" y="3211284"/>
            <a:ext cx="6858000" cy="435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FEF4867-5208-7620-F255-561199302868}"/>
              </a:ext>
            </a:extLst>
          </p:cNvPr>
          <p:cNvSpPr/>
          <p:nvPr/>
        </p:nvSpPr>
        <p:spPr>
          <a:xfrm>
            <a:off x="-163292" y="943135"/>
            <a:ext cx="762001" cy="7758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2E20F013-6D8A-ED2F-255D-6650CED07812}"/>
              </a:ext>
            </a:extLst>
          </p:cNvPr>
          <p:cNvGrpSpPr/>
          <p:nvPr/>
        </p:nvGrpSpPr>
        <p:grpSpPr>
          <a:xfrm>
            <a:off x="-6" y="1000129"/>
            <a:ext cx="435435" cy="5591442"/>
            <a:chOff x="-6" y="880383"/>
            <a:chExt cx="435435" cy="5591442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FF9A5D48-2216-0EA5-5E5A-857CA4914804}"/>
                </a:ext>
              </a:extLst>
            </p:cNvPr>
            <p:cNvSpPr/>
            <p:nvPr/>
          </p:nvSpPr>
          <p:spPr>
            <a:xfrm>
              <a:off x="0" y="880383"/>
              <a:ext cx="435424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4400" b="1" cap="none" spc="50" dirty="0">
                  <a:ln w="0"/>
                  <a:solidFill>
                    <a:srgbClr val="FFCC0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1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67A6446F-D4FF-CA95-D5FA-100EA39C8C11}"/>
                </a:ext>
              </a:extLst>
            </p:cNvPr>
            <p:cNvSpPr/>
            <p:nvPr/>
          </p:nvSpPr>
          <p:spPr>
            <a:xfrm>
              <a:off x="-6" y="1711381"/>
              <a:ext cx="435430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2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2DC4D2D8-BF96-8AC3-2353-F0E7E00097FC}"/>
                </a:ext>
              </a:extLst>
            </p:cNvPr>
            <p:cNvSpPr/>
            <p:nvPr/>
          </p:nvSpPr>
          <p:spPr>
            <a:xfrm>
              <a:off x="-2" y="2542379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3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4DE83598-E174-F7A1-7A1E-183E29825789}"/>
                </a:ext>
              </a:extLst>
            </p:cNvPr>
            <p:cNvSpPr/>
            <p:nvPr/>
          </p:nvSpPr>
          <p:spPr>
            <a:xfrm>
              <a:off x="-2" y="3380270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4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AC51B72-6604-7B83-A491-4FD8ECCBCFE8}"/>
                </a:ext>
              </a:extLst>
            </p:cNvPr>
            <p:cNvSpPr/>
            <p:nvPr/>
          </p:nvSpPr>
          <p:spPr>
            <a:xfrm>
              <a:off x="-2" y="4218161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5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218E9A95-16BD-0EF2-C95A-4F5ADF90EED2}"/>
                </a:ext>
              </a:extLst>
            </p:cNvPr>
            <p:cNvSpPr/>
            <p:nvPr/>
          </p:nvSpPr>
          <p:spPr>
            <a:xfrm>
              <a:off x="-2" y="5056052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6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9722F687-061D-DC34-65C4-3634955C6E05}"/>
                </a:ext>
              </a:extLst>
            </p:cNvPr>
            <p:cNvSpPr/>
            <p:nvPr/>
          </p:nvSpPr>
          <p:spPr>
            <a:xfrm>
              <a:off x="0" y="5887050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7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57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D609-5C4F-D9C5-9E3B-8543A22E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63FF588-E6DF-B3AC-4F0F-88DA938C34DB}"/>
              </a:ext>
            </a:extLst>
          </p:cNvPr>
          <p:cNvSpPr/>
          <p:nvPr/>
        </p:nvSpPr>
        <p:spPr>
          <a:xfrm>
            <a:off x="0" y="0"/>
            <a:ext cx="12192000" cy="775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4B6212F-7A82-8A10-AD18-596D7088FA4A}"/>
              </a:ext>
            </a:extLst>
          </p:cNvPr>
          <p:cNvSpPr/>
          <p:nvPr/>
        </p:nvSpPr>
        <p:spPr>
          <a:xfrm rot="5400000">
            <a:off x="-3211286" y="3211284"/>
            <a:ext cx="6858000" cy="435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4A3E654-4F5A-42F2-4944-68CED224A1F7}"/>
              </a:ext>
            </a:extLst>
          </p:cNvPr>
          <p:cNvSpPr/>
          <p:nvPr/>
        </p:nvSpPr>
        <p:spPr>
          <a:xfrm>
            <a:off x="-163292" y="1750467"/>
            <a:ext cx="762001" cy="7758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1E8CBEAD-1F3C-F339-71C6-20E95C177886}"/>
              </a:ext>
            </a:extLst>
          </p:cNvPr>
          <p:cNvGrpSpPr/>
          <p:nvPr/>
        </p:nvGrpSpPr>
        <p:grpSpPr>
          <a:xfrm>
            <a:off x="-6" y="1000129"/>
            <a:ext cx="435435" cy="5591442"/>
            <a:chOff x="-6" y="880383"/>
            <a:chExt cx="435435" cy="5591442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154DE18-8B7B-9C34-7ED9-14F25D2441D5}"/>
                </a:ext>
              </a:extLst>
            </p:cNvPr>
            <p:cNvSpPr/>
            <p:nvPr/>
          </p:nvSpPr>
          <p:spPr>
            <a:xfrm>
              <a:off x="0" y="880383"/>
              <a:ext cx="435424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1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073C550C-0A2A-5867-AD22-D1C818781ECA}"/>
                </a:ext>
              </a:extLst>
            </p:cNvPr>
            <p:cNvSpPr/>
            <p:nvPr/>
          </p:nvSpPr>
          <p:spPr>
            <a:xfrm>
              <a:off x="-6" y="1624293"/>
              <a:ext cx="435430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4400" b="1" cap="none" spc="50" dirty="0">
                  <a:ln w="0"/>
                  <a:solidFill>
                    <a:srgbClr val="FFCC0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2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5AD28B93-746A-275A-34C9-B52825EB02D1}"/>
                </a:ext>
              </a:extLst>
            </p:cNvPr>
            <p:cNvSpPr/>
            <p:nvPr/>
          </p:nvSpPr>
          <p:spPr>
            <a:xfrm>
              <a:off x="-2" y="2542379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3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426FB46E-E1A7-CEBE-80A2-D23B366909C4}"/>
                </a:ext>
              </a:extLst>
            </p:cNvPr>
            <p:cNvSpPr/>
            <p:nvPr/>
          </p:nvSpPr>
          <p:spPr>
            <a:xfrm>
              <a:off x="-2" y="3380270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4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7D01472C-ED35-74A8-9597-89E4A0A499D8}"/>
                </a:ext>
              </a:extLst>
            </p:cNvPr>
            <p:cNvSpPr/>
            <p:nvPr/>
          </p:nvSpPr>
          <p:spPr>
            <a:xfrm>
              <a:off x="-2" y="4218161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5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FAEC06B4-E268-5C6D-8E61-846FC53F60EA}"/>
                </a:ext>
              </a:extLst>
            </p:cNvPr>
            <p:cNvSpPr/>
            <p:nvPr/>
          </p:nvSpPr>
          <p:spPr>
            <a:xfrm>
              <a:off x="-2" y="5056052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6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F6A80B34-1F62-B561-8BEE-09386AD8539E}"/>
                </a:ext>
              </a:extLst>
            </p:cNvPr>
            <p:cNvSpPr/>
            <p:nvPr/>
          </p:nvSpPr>
          <p:spPr>
            <a:xfrm>
              <a:off x="0" y="5887050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7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64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EA2F-5793-9F97-60CE-D62243C3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75CED76-F249-8EB5-18C2-FE55F475E6CD}"/>
              </a:ext>
            </a:extLst>
          </p:cNvPr>
          <p:cNvSpPr/>
          <p:nvPr/>
        </p:nvSpPr>
        <p:spPr>
          <a:xfrm>
            <a:off x="0" y="0"/>
            <a:ext cx="12192000" cy="775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A5004D7-CFC4-AE20-8E4F-3557EB78D704}"/>
              </a:ext>
            </a:extLst>
          </p:cNvPr>
          <p:cNvSpPr/>
          <p:nvPr/>
        </p:nvSpPr>
        <p:spPr>
          <a:xfrm rot="5400000">
            <a:off x="-3211286" y="3211284"/>
            <a:ext cx="6858000" cy="435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48D7D46-64B3-0602-35BC-349377201AB3}"/>
              </a:ext>
            </a:extLst>
          </p:cNvPr>
          <p:cNvSpPr/>
          <p:nvPr/>
        </p:nvSpPr>
        <p:spPr>
          <a:xfrm>
            <a:off x="-163292" y="2566585"/>
            <a:ext cx="762001" cy="7758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DB4DDC9-D224-1C41-D08D-C682E7F81BB4}"/>
              </a:ext>
            </a:extLst>
          </p:cNvPr>
          <p:cNvGrpSpPr/>
          <p:nvPr/>
        </p:nvGrpSpPr>
        <p:grpSpPr>
          <a:xfrm>
            <a:off x="-6" y="1000129"/>
            <a:ext cx="435435" cy="5591442"/>
            <a:chOff x="-6" y="880383"/>
            <a:chExt cx="435435" cy="5591442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7A7BA668-C8D7-9BC6-0A03-CD97334B3BF8}"/>
                </a:ext>
              </a:extLst>
            </p:cNvPr>
            <p:cNvSpPr/>
            <p:nvPr/>
          </p:nvSpPr>
          <p:spPr>
            <a:xfrm>
              <a:off x="0" y="880383"/>
              <a:ext cx="435424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1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C8048683-378B-8E31-FB5D-75F459BE5971}"/>
                </a:ext>
              </a:extLst>
            </p:cNvPr>
            <p:cNvSpPr/>
            <p:nvPr/>
          </p:nvSpPr>
          <p:spPr>
            <a:xfrm>
              <a:off x="-6" y="1711381"/>
              <a:ext cx="435430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2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32D4BC75-FB30-74E7-43EB-5BDC71E2F098}"/>
                </a:ext>
              </a:extLst>
            </p:cNvPr>
            <p:cNvSpPr/>
            <p:nvPr/>
          </p:nvSpPr>
          <p:spPr>
            <a:xfrm>
              <a:off x="-2" y="2459829"/>
              <a:ext cx="43542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4400" b="1" spc="50" dirty="0">
                  <a:ln w="0"/>
                  <a:solidFill>
                    <a:srgbClr val="FFCC0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3</a:t>
              </a:r>
              <a:endParaRPr lang="pt-BR" sz="4400" b="1" cap="none" spc="50" dirty="0">
                <a:ln w="0"/>
                <a:solidFill>
                  <a:srgbClr val="FFCC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E80D692F-CD3E-58C2-C4B9-3ED5C415E79D}"/>
                </a:ext>
              </a:extLst>
            </p:cNvPr>
            <p:cNvSpPr/>
            <p:nvPr/>
          </p:nvSpPr>
          <p:spPr>
            <a:xfrm>
              <a:off x="-2" y="3380270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4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D2DEA851-6323-D861-D18B-82DE22FF45FC}"/>
                </a:ext>
              </a:extLst>
            </p:cNvPr>
            <p:cNvSpPr/>
            <p:nvPr/>
          </p:nvSpPr>
          <p:spPr>
            <a:xfrm>
              <a:off x="-2" y="4218161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5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955B26DE-30A8-9443-2E26-BE2A83ED2B80}"/>
                </a:ext>
              </a:extLst>
            </p:cNvPr>
            <p:cNvSpPr/>
            <p:nvPr/>
          </p:nvSpPr>
          <p:spPr>
            <a:xfrm>
              <a:off x="-2" y="5056052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6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5759AE81-2BF5-ACF0-D124-F9BD91C4E9E1}"/>
                </a:ext>
              </a:extLst>
            </p:cNvPr>
            <p:cNvSpPr/>
            <p:nvPr/>
          </p:nvSpPr>
          <p:spPr>
            <a:xfrm>
              <a:off x="0" y="5887050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7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478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86CB9-F8C5-7BF5-766A-1E76798C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ECE16D6-219D-70C1-EE7A-1D3646A126C9}"/>
              </a:ext>
            </a:extLst>
          </p:cNvPr>
          <p:cNvSpPr/>
          <p:nvPr/>
        </p:nvSpPr>
        <p:spPr>
          <a:xfrm>
            <a:off x="0" y="0"/>
            <a:ext cx="12192000" cy="775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AC29214-B459-5C05-2E39-654CACB22B2F}"/>
              </a:ext>
            </a:extLst>
          </p:cNvPr>
          <p:cNvSpPr/>
          <p:nvPr/>
        </p:nvSpPr>
        <p:spPr>
          <a:xfrm rot="5400000">
            <a:off x="-3211286" y="3211284"/>
            <a:ext cx="6858000" cy="435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67205FA-D77F-6FE8-896F-A53052B30325}"/>
              </a:ext>
            </a:extLst>
          </p:cNvPr>
          <p:cNvSpPr/>
          <p:nvPr/>
        </p:nvSpPr>
        <p:spPr>
          <a:xfrm>
            <a:off x="-163292" y="3404476"/>
            <a:ext cx="762001" cy="7758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8DB4E78C-FE47-CEC4-DFA5-1A7E401D5666}"/>
              </a:ext>
            </a:extLst>
          </p:cNvPr>
          <p:cNvGrpSpPr/>
          <p:nvPr/>
        </p:nvGrpSpPr>
        <p:grpSpPr>
          <a:xfrm>
            <a:off x="-6" y="1000129"/>
            <a:ext cx="435435" cy="5591442"/>
            <a:chOff x="-6" y="880383"/>
            <a:chExt cx="435435" cy="5591442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F445A481-B69E-9E92-841D-822713445108}"/>
                </a:ext>
              </a:extLst>
            </p:cNvPr>
            <p:cNvSpPr/>
            <p:nvPr/>
          </p:nvSpPr>
          <p:spPr>
            <a:xfrm>
              <a:off x="0" y="880383"/>
              <a:ext cx="435424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1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5855F734-773B-2749-735B-1B46AE646586}"/>
                </a:ext>
              </a:extLst>
            </p:cNvPr>
            <p:cNvSpPr/>
            <p:nvPr/>
          </p:nvSpPr>
          <p:spPr>
            <a:xfrm>
              <a:off x="-6" y="1711381"/>
              <a:ext cx="435430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2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4A564513-9811-0D05-8AC5-B47D2F8F3F41}"/>
                </a:ext>
              </a:extLst>
            </p:cNvPr>
            <p:cNvSpPr/>
            <p:nvPr/>
          </p:nvSpPr>
          <p:spPr>
            <a:xfrm>
              <a:off x="-2" y="2542379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3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BBCCAD5C-F3B2-9997-C389-C75B4FC6A53C}"/>
                </a:ext>
              </a:extLst>
            </p:cNvPr>
            <p:cNvSpPr/>
            <p:nvPr/>
          </p:nvSpPr>
          <p:spPr>
            <a:xfrm>
              <a:off x="-2" y="3297720"/>
              <a:ext cx="43542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4400" b="1" spc="50" dirty="0">
                  <a:ln w="0"/>
                  <a:solidFill>
                    <a:srgbClr val="FFCC0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4</a:t>
              </a:r>
              <a:endParaRPr lang="pt-BR" sz="4400" b="1" cap="none" spc="50" dirty="0">
                <a:ln w="0"/>
                <a:solidFill>
                  <a:srgbClr val="FFCC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2FC81185-0867-49AD-1639-5E2ADEEB668D}"/>
                </a:ext>
              </a:extLst>
            </p:cNvPr>
            <p:cNvSpPr/>
            <p:nvPr/>
          </p:nvSpPr>
          <p:spPr>
            <a:xfrm>
              <a:off x="-2" y="4218161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5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2598CE6C-F6EB-0802-F04E-31F5C93EED7A}"/>
                </a:ext>
              </a:extLst>
            </p:cNvPr>
            <p:cNvSpPr/>
            <p:nvPr/>
          </p:nvSpPr>
          <p:spPr>
            <a:xfrm>
              <a:off x="-2" y="5056052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6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BECD63A2-7E10-5109-4DB7-7044B437E133}"/>
                </a:ext>
              </a:extLst>
            </p:cNvPr>
            <p:cNvSpPr/>
            <p:nvPr/>
          </p:nvSpPr>
          <p:spPr>
            <a:xfrm>
              <a:off x="0" y="5887050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7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38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C3197-54E7-31AB-E3B0-EFF19EB2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AE901FB-03E1-1C27-8D25-73D856F2EB52}"/>
              </a:ext>
            </a:extLst>
          </p:cNvPr>
          <p:cNvSpPr/>
          <p:nvPr/>
        </p:nvSpPr>
        <p:spPr>
          <a:xfrm>
            <a:off x="0" y="0"/>
            <a:ext cx="12192000" cy="775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F76CB9A-704F-75A4-79AB-B505E5EAC860}"/>
              </a:ext>
            </a:extLst>
          </p:cNvPr>
          <p:cNvSpPr/>
          <p:nvPr/>
        </p:nvSpPr>
        <p:spPr>
          <a:xfrm rot="5400000">
            <a:off x="-3211286" y="3211284"/>
            <a:ext cx="6858000" cy="435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AFB8DB0-B647-A1E9-C291-F2CC3C8F2355}"/>
              </a:ext>
            </a:extLst>
          </p:cNvPr>
          <p:cNvSpPr/>
          <p:nvPr/>
        </p:nvSpPr>
        <p:spPr>
          <a:xfrm>
            <a:off x="-163292" y="4242367"/>
            <a:ext cx="762001" cy="7758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3572BC80-92D5-0BB8-8438-C504EFA03F14}"/>
              </a:ext>
            </a:extLst>
          </p:cNvPr>
          <p:cNvGrpSpPr/>
          <p:nvPr/>
        </p:nvGrpSpPr>
        <p:grpSpPr>
          <a:xfrm>
            <a:off x="-6" y="1000129"/>
            <a:ext cx="435435" cy="5591442"/>
            <a:chOff x="-6" y="880383"/>
            <a:chExt cx="435435" cy="5591442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B3CA6830-C0AB-D0D6-C53D-B6CF17038162}"/>
                </a:ext>
              </a:extLst>
            </p:cNvPr>
            <p:cNvSpPr/>
            <p:nvPr/>
          </p:nvSpPr>
          <p:spPr>
            <a:xfrm>
              <a:off x="0" y="880383"/>
              <a:ext cx="435424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1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BB48A50D-7FD4-B5FB-8C40-17585F99010D}"/>
                </a:ext>
              </a:extLst>
            </p:cNvPr>
            <p:cNvSpPr/>
            <p:nvPr/>
          </p:nvSpPr>
          <p:spPr>
            <a:xfrm>
              <a:off x="-6" y="1711381"/>
              <a:ext cx="435430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2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FB9BECC0-6759-83EF-594C-FF475052F70C}"/>
                </a:ext>
              </a:extLst>
            </p:cNvPr>
            <p:cNvSpPr/>
            <p:nvPr/>
          </p:nvSpPr>
          <p:spPr>
            <a:xfrm>
              <a:off x="-2" y="2542379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3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47E67A76-9B07-96E0-8C22-E3A1B094950A}"/>
                </a:ext>
              </a:extLst>
            </p:cNvPr>
            <p:cNvSpPr/>
            <p:nvPr/>
          </p:nvSpPr>
          <p:spPr>
            <a:xfrm>
              <a:off x="-2" y="3380270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4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F7FC7092-FFCE-18A4-7E1D-745C7E3B5459}"/>
                </a:ext>
              </a:extLst>
            </p:cNvPr>
            <p:cNvSpPr/>
            <p:nvPr/>
          </p:nvSpPr>
          <p:spPr>
            <a:xfrm>
              <a:off x="-2" y="4129261"/>
              <a:ext cx="43542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4400" b="1" spc="50" dirty="0">
                  <a:ln w="0"/>
                  <a:solidFill>
                    <a:srgbClr val="FFCC0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5</a:t>
              </a:r>
              <a:endParaRPr lang="pt-BR" sz="4400" b="1" cap="none" spc="50" dirty="0">
                <a:ln w="0"/>
                <a:solidFill>
                  <a:srgbClr val="FFCC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0868F333-541C-45CC-350B-252A3B1A7CBA}"/>
                </a:ext>
              </a:extLst>
            </p:cNvPr>
            <p:cNvSpPr/>
            <p:nvPr/>
          </p:nvSpPr>
          <p:spPr>
            <a:xfrm>
              <a:off x="-2" y="5056052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6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740C66DB-EBDC-B3D8-45E7-5C70449989E0}"/>
                </a:ext>
              </a:extLst>
            </p:cNvPr>
            <p:cNvSpPr/>
            <p:nvPr/>
          </p:nvSpPr>
          <p:spPr>
            <a:xfrm>
              <a:off x="0" y="5887050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7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995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D5E1-D3E8-5452-54C8-A2D6CEB7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98BE859-54BC-1C90-227D-68F3683EEE24}"/>
              </a:ext>
            </a:extLst>
          </p:cNvPr>
          <p:cNvSpPr/>
          <p:nvPr/>
        </p:nvSpPr>
        <p:spPr>
          <a:xfrm>
            <a:off x="0" y="0"/>
            <a:ext cx="12192000" cy="775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3B7349B-6EE7-ABEF-AE31-7CB1FC571651}"/>
              </a:ext>
            </a:extLst>
          </p:cNvPr>
          <p:cNvSpPr/>
          <p:nvPr/>
        </p:nvSpPr>
        <p:spPr>
          <a:xfrm rot="5400000">
            <a:off x="-3211286" y="3211284"/>
            <a:ext cx="6858000" cy="435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082C072-75EC-10F7-B2E1-F380E8E74F1B}"/>
              </a:ext>
            </a:extLst>
          </p:cNvPr>
          <p:cNvSpPr/>
          <p:nvPr/>
        </p:nvSpPr>
        <p:spPr>
          <a:xfrm>
            <a:off x="-163292" y="5076812"/>
            <a:ext cx="762001" cy="7758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B0A4D856-1050-2C47-F322-ED5B623FFA32}"/>
              </a:ext>
            </a:extLst>
          </p:cNvPr>
          <p:cNvGrpSpPr/>
          <p:nvPr/>
        </p:nvGrpSpPr>
        <p:grpSpPr>
          <a:xfrm>
            <a:off x="-6" y="1000129"/>
            <a:ext cx="435435" cy="5591442"/>
            <a:chOff x="-6" y="880383"/>
            <a:chExt cx="435435" cy="5591442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AC5E253-8DEF-2282-A672-524B1C861827}"/>
                </a:ext>
              </a:extLst>
            </p:cNvPr>
            <p:cNvSpPr/>
            <p:nvPr/>
          </p:nvSpPr>
          <p:spPr>
            <a:xfrm>
              <a:off x="0" y="880383"/>
              <a:ext cx="435424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1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95BBD976-9597-F286-D39F-FF047A9C2964}"/>
                </a:ext>
              </a:extLst>
            </p:cNvPr>
            <p:cNvSpPr/>
            <p:nvPr/>
          </p:nvSpPr>
          <p:spPr>
            <a:xfrm>
              <a:off x="-6" y="1711381"/>
              <a:ext cx="435430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2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3A5A169-51CB-D3C2-0C08-5350BEFD7EA5}"/>
                </a:ext>
              </a:extLst>
            </p:cNvPr>
            <p:cNvSpPr/>
            <p:nvPr/>
          </p:nvSpPr>
          <p:spPr>
            <a:xfrm>
              <a:off x="-2" y="2542379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3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6BE5DCC6-18FA-5E3A-297D-1F6AC78173D2}"/>
                </a:ext>
              </a:extLst>
            </p:cNvPr>
            <p:cNvSpPr/>
            <p:nvPr/>
          </p:nvSpPr>
          <p:spPr>
            <a:xfrm>
              <a:off x="-2" y="3380270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4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749DE5BE-4B30-B851-6B66-DC1E37A7C635}"/>
                </a:ext>
              </a:extLst>
            </p:cNvPr>
            <p:cNvSpPr/>
            <p:nvPr/>
          </p:nvSpPr>
          <p:spPr>
            <a:xfrm>
              <a:off x="-2" y="4218161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5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C63A3AE2-C2B2-12A2-04ED-714909252AAC}"/>
                </a:ext>
              </a:extLst>
            </p:cNvPr>
            <p:cNvSpPr/>
            <p:nvPr/>
          </p:nvSpPr>
          <p:spPr>
            <a:xfrm>
              <a:off x="-2" y="4973502"/>
              <a:ext cx="43542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4400" b="1" spc="50" dirty="0">
                  <a:ln w="0"/>
                  <a:solidFill>
                    <a:srgbClr val="FFCC0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6</a:t>
              </a:r>
              <a:endParaRPr lang="pt-BR" sz="4400" b="1" cap="none" spc="50" dirty="0">
                <a:ln w="0"/>
                <a:solidFill>
                  <a:srgbClr val="FFCC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A4AEF28D-C9CC-0C34-980B-4A72363B9A79}"/>
                </a:ext>
              </a:extLst>
            </p:cNvPr>
            <p:cNvSpPr/>
            <p:nvPr/>
          </p:nvSpPr>
          <p:spPr>
            <a:xfrm>
              <a:off x="0" y="5887050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7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037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1538D-2104-DD6B-A4A1-83130FBFA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922CA01-48D0-366B-0A4A-DB8C59C9115E}"/>
              </a:ext>
            </a:extLst>
          </p:cNvPr>
          <p:cNvSpPr/>
          <p:nvPr/>
        </p:nvSpPr>
        <p:spPr>
          <a:xfrm>
            <a:off x="0" y="0"/>
            <a:ext cx="12192000" cy="775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832C5CC-646E-59CB-6441-EC7A2FB74C3F}"/>
              </a:ext>
            </a:extLst>
          </p:cNvPr>
          <p:cNvSpPr/>
          <p:nvPr/>
        </p:nvSpPr>
        <p:spPr>
          <a:xfrm rot="5400000">
            <a:off x="-3211286" y="3211284"/>
            <a:ext cx="6858000" cy="435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ED196AF-7EC8-AD71-4825-F8D164CACA35}"/>
              </a:ext>
            </a:extLst>
          </p:cNvPr>
          <p:cNvSpPr/>
          <p:nvPr/>
        </p:nvSpPr>
        <p:spPr>
          <a:xfrm>
            <a:off x="-163292" y="5921359"/>
            <a:ext cx="762001" cy="7758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D953D8C-F4A0-47E0-6B77-7C6197D3B908}"/>
              </a:ext>
            </a:extLst>
          </p:cNvPr>
          <p:cNvGrpSpPr/>
          <p:nvPr/>
        </p:nvGrpSpPr>
        <p:grpSpPr>
          <a:xfrm>
            <a:off x="-6" y="1000129"/>
            <a:ext cx="435435" cy="5715330"/>
            <a:chOff x="-6" y="880383"/>
            <a:chExt cx="435435" cy="5715330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E76F1E1F-AD48-9917-D294-8C1A3FEE8E64}"/>
                </a:ext>
              </a:extLst>
            </p:cNvPr>
            <p:cNvSpPr/>
            <p:nvPr/>
          </p:nvSpPr>
          <p:spPr>
            <a:xfrm>
              <a:off x="0" y="880383"/>
              <a:ext cx="435424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1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C2E18FD4-86AE-0550-6446-90121A60FD9A}"/>
                </a:ext>
              </a:extLst>
            </p:cNvPr>
            <p:cNvSpPr/>
            <p:nvPr/>
          </p:nvSpPr>
          <p:spPr>
            <a:xfrm>
              <a:off x="-6" y="1711381"/>
              <a:ext cx="435430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cap="none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2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9CBB7DC6-DC17-9A0E-0570-363609F7EF13}"/>
                </a:ext>
              </a:extLst>
            </p:cNvPr>
            <p:cNvSpPr/>
            <p:nvPr/>
          </p:nvSpPr>
          <p:spPr>
            <a:xfrm>
              <a:off x="-2" y="2542379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3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EF0B2CE3-0787-7BCE-DCD2-5034F8E96589}"/>
                </a:ext>
              </a:extLst>
            </p:cNvPr>
            <p:cNvSpPr/>
            <p:nvPr/>
          </p:nvSpPr>
          <p:spPr>
            <a:xfrm>
              <a:off x="-2" y="3380270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4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A622898B-6367-882F-591B-6F5F564FCBA2}"/>
                </a:ext>
              </a:extLst>
            </p:cNvPr>
            <p:cNvSpPr/>
            <p:nvPr/>
          </p:nvSpPr>
          <p:spPr>
            <a:xfrm>
              <a:off x="-2" y="4218161"/>
              <a:ext cx="435427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5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317603DA-F40E-DFBD-748F-998B506E9198}"/>
                </a:ext>
              </a:extLst>
            </p:cNvPr>
            <p:cNvSpPr/>
            <p:nvPr/>
          </p:nvSpPr>
          <p:spPr>
            <a:xfrm>
              <a:off x="-2" y="5056052"/>
              <a:ext cx="43542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3200" b="1" spc="50" dirty="0">
                  <a:ln w="0"/>
                  <a:solidFill>
                    <a:schemeClr val="bg1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6</a:t>
              </a:r>
              <a:endParaRPr lang="pt-BR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B9B01388-1C4C-F311-BA40-8CC65FA37466}"/>
                </a:ext>
              </a:extLst>
            </p:cNvPr>
            <p:cNvSpPr/>
            <p:nvPr/>
          </p:nvSpPr>
          <p:spPr>
            <a:xfrm>
              <a:off x="0" y="5826272"/>
              <a:ext cx="43542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4400" b="1" spc="50" dirty="0">
                  <a:ln w="0"/>
                  <a:solidFill>
                    <a:srgbClr val="FFCC0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7</a:t>
              </a:r>
              <a:endParaRPr lang="pt-BR" sz="4400" b="1" cap="none" spc="50" dirty="0">
                <a:ln w="0"/>
                <a:solidFill>
                  <a:srgbClr val="FFCC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07981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Lucas de Oliveira</dc:creator>
  <cp:lastModifiedBy>Pedro Lucas de Oliveira</cp:lastModifiedBy>
  <cp:revision>1</cp:revision>
  <dcterms:created xsi:type="dcterms:W3CDTF">2026-10-07T10:21:37Z</dcterms:created>
  <dcterms:modified xsi:type="dcterms:W3CDTF">2026-10-07T12:48:49Z</dcterms:modified>
</cp:coreProperties>
</file>